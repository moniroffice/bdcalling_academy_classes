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nva Sans" charset="1" panose="020B0503030501040103"/>
      <p:regular r:id="rId17"/>
    </p:embeddedFont>
    <p:embeddedFont>
      <p:font typeface="Canva Sans Bold Italics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540863"/>
            <a:ext cx="16552656" cy="7205274"/>
          </a:xfrm>
          <a:custGeom>
            <a:avLst/>
            <a:gdLst/>
            <a:ahLst/>
            <a:cxnLst/>
            <a:rect r="r" b="b" t="t" l="l"/>
            <a:pathLst>
              <a:path h="7205274" w="16552656">
                <a:moveTo>
                  <a:pt x="0" y="0"/>
                </a:moveTo>
                <a:lnTo>
                  <a:pt x="16552656" y="0"/>
                </a:lnTo>
                <a:lnTo>
                  <a:pt x="16552656" y="7205274"/>
                </a:lnTo>
                <a:lnTo>
                  <a:pt x="0" y="7205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209554"/>
            <a:ext cx="9074289" cy="8048746"/>
          </a:xfrm>
          <a:custGeom>
            <a:avLst/>
            <a:gdLst/>
            <a:ahLst/>
            <a:cxnLst/>
            <a:rect r="r" b="b" t="t" l="l"/>
            <a:pathLst>
              <a:path h="8048746" w="9074289">
                <a:moveTo>
                  <a:pt x="0" y="0"/>
                </a:moveTo>
                <a:lnTo>
                  <a:pt x="9074289" y="0"/>
                </a:lnTo>
                <a:lnTo>
                  <a:pt x="9074289" y="8048746"/>
                </a:lnTo>
                <a:lnTo>
                  <a:pt x="0" y="80487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241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53374" y="7900424"/>
            <a:ext cx="678567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Node.js was initially written by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Ryan Dahl and released in 2009.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20134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7" y="0"/>
                </a:lnTo>
                <a:lnTo>
                  <a:pt x="5029317" y="5029316"/>
                </a:lnTo>
                <a:lnTo>
                  <a:pt x="0" y="5029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81623" y="1445340"/>
            <a:ext cx="10606377" cy="8034330"/>
          </a:xfrm>
          <a:custGeom>
            <a:avLst/>
            <a:gdLst/>
            <a:ahLst/>
            <a:cxnLst/>
            <a:rect r="r" b="b" t="t" l="l"/>
            <a:pathLst>
              <a:path h="8034330" w="10606377">
                <a:moveTo>
                  <a:pt x="0" y="0"/>
                </a:moveTo>
                <a:lnTo>
                  <a:pt x="10606377" y="0"/>
                </a:lnTo>
                <a:lnTo>
                  <a:pt x="10606377" y="8034331"/>
                </a:lnTo>
                <a:lnTo>
                  <a:pt x="0" y="80343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7504" y="1028700"/>
            <a:ext cx="14241281" cy="7901309"/>
          </a:xfrm>
          <a:custGeom>
            <a:avLst/>
            <a:gdLst/>
            <a:ahLst/>
            <a:cxnLst/>
            <a:rect r="r" b="b" t="t" l="l"/>
            <a:pathLst>
              <a:path h="7901309" w="14241281">
                <a:moveTo>
                  <a:pt x="0" y="0"/>
                </a:moveTo>
                <a:lnTo>
                  <a:pt x="14241281" y="0"/>
                </a:lnTo>
                <a:lnTo>
                  <a:pt x="14241281" y="7901309"/>
                </a:lnTo>
                <a:lnTo>
                  <a:pt x="0" y="79013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77937" y="3795404"/>
            <a:ext cx="9932126" cy="2696192"/>
          </a:xfrm>
          <a:custGeom>
            <a:avLst/>
            <a:gdLst/>
            <a:ahLst/>
            <a:cxnLst/>
            <a:rect r="r" b="b" t="t" l="l"/>
            <a:pathLst>
              <a:path h="2696192" w="9932126">
                <a:moveTo>
                  <a:pt x="0" y="0"/>
                </a:moveTo>
                <a:lnTo>
                  <a:pt x="9932126" y="0"/>
                </a:lnTo>
                <a:lnTo>
                  <a:pt x="9932126" y="2696192"/>
                </a:lnTo>
                <a:lnTo>
                  <a:pt x="0" y="26961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50488" y="2004573"/>
            <a:ext cx="12555707" cy="6277853"/>
          </a:xfrm>
          <a:custGeom>
            <a:avLst/>
            <a:gdLst/>
            <a:ahLst/>
            <a:cxnLst/>
            <a:rect r="r" b="b" t="t" l="l"/>
            <a:pathLst>
              <a:path h="6277853" w="12555707">
                <a:moveTo>
                  <a:pt x="0" y="0"/>
                </a:moveTo>
                <a:lnTo>
                  <a:pt x="12555707" y="0"/>
                </a:lnTo>
                <a:lnTo>
                  <a:pt x="12555707" y="6277854"/>
                </a:lnTo>
                <a:lnTo>
                  <a:pt x="0" y="6277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8307" y="1028700"/>
            <a:ext cx="14487159" cy="7617442"/>
          </a:xfrm>
          <a:custGeom>
            <a:avLst/>
            <a:gdLst/>
            <a:ahLst/>
            <a:cxnLst/>
            <a:rect r="r" b="b" t="t" l="l"/>
            <a:pathLst>
              <a:path h="7617442" w="14487159">
                <a:moveTo>
                  <a:pt x="0" y="0"/>
                </a:moveTo>
                <a:lnTo>
                  <a:pt x="14487159" y="0"/>
                </a:lnTo>
                <a:lnTo>
                  <a:pt x="14487159" y="7617442"/>
                </a:lnTo>
                <a:lnTo>
                  <a:pt x="0" y="7617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1549" y="1578903"/>
            <a:ext cx="14697411" cy="7679397"/>
          </a:xfrm>
          <a:custGeom>
            <a:avLst/>
            <a:gdLst/>
            <a:ahLst/>
            <a:cxnLst/>
            <a:rect r="r" b="b" t="t" l="l"/>
            <a:pathLst>
              <a:path h="7679397" w="14697411">
                <a:moveTo>
                  <a:pt x="0" y="0"/>
                </a:moveTo>
                <a:lnTo>
                  <a:pt x="14697410" y="0"/>
                </a:lnTo>
                <a:lnTo>
                  <a:pt x="14697410" y="7679397"/>
                </a:lnTo>
                <a:lnTo>
                  <a:pt x="0" y="76793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95531" y="0"/>
            <a:ext cx="10496939" cy="10287000"/>
          </a:xfrm>
          <a:custGeom>
            <a:avLst/>
            <a:gdLst/>
            <a:ahLst/>
            <a:cxnLst/>
            <a:rect r="r" b="b" t="t" l="l"/>
            <a:pathLst>
              <a:path h="10287000" w="10496939">
                <a:moveTo>
                  <a:pt x="0" y="0"/>
                </a:moveTo>
                <a:lnTo>
                  <a:pt x="10496938" y="0"/>
                </a:lnTo>
                <a:lnTo>
                  <a:pt x="104969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42900"/>
            <a:ext cx="18288000" cy="9601200"/>
          </a:xfrm>
          <a:custGeom>
            <a:avLst/>
            <a:gdLst/>
            <a:ahLst/>
            <a:cxnLst/>
            <a:rect r="r" b="b" t="t" l="l"/>
            <a:pathLst>
              <a:path h="9601200" w="18288000">
                <a:moveTo>
                  <a:pt x="0" y="0"/>
                </a:moveTo>
                <a:lnTo>
                  <a:pt x="18288000" y="0"/>
                </a:lnTo>
                <a:lnTo>
                  <a:pt x="18288000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49704" y="4026865"/>
            <a:ext cx="3273792" cy="4779258"/>
          </a:xfrm>
          <a:custGeom>
            <a:avLst/>
            <a:gdLst/>
            <a:ahLst/>
            <a:cxnLst/>
            <a:rect r="r" b="b" t="t" l="l"/>
            <a:pathLst>
              <a:path h="4779258" w="3273792">
                <a:moveTo>
                  <a:pt x="0" y="0"/>
                </a:moveTo>
                <a:lnTo>
                  <a:pt x="3273792" y="0"/>
                </a:lnTo>
                <a:lnTo>
                  <a:pt x="3273792" y="4779258"/>
                </a:lnTo>
                <a:lnTo>
                  <a:pt x="0" y="477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45453" y="1757934"/>
            <a:ext cx="8144917" cy="92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b="true" sz="53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What About Javascript?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DAGx2dE8Wr0</dc:identifier>
  <dcterms:modified xsi:type="dcterms:W3CDTF">2011-08-01T06:04:30Z</dcterms:modified>
  <cp:revision>1</cp:revision>
  <dc:title>Initial Lacture </dc:title>
</cp:coreProperties>
</file>